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AFROTC Physical Fitness Assessment (PFA)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Military-Style Briefing</a:t>
            </a:r>
          </a:p>
          <a:p>
            <a:r>
              <a:t>Cadets Under Age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current AFROTC PFA standards</a:t>
            </a:r>
          </a:p>
          <a:p>
            <a:r>
              <a:t>• Establish competitive fitness goals</a:t>
            </a:r>
          </a:p>
          <a:p>
            <a:r>
              <a:t>• Support commissioning readiness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Male Standards (&lt;25)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Push-Ups: 30 min / 67+ max</a:t>
            </a:r>
          </a:p>
          <a:p>
            <a:r>
              <a:t>Sit-Ups: 39 min / 58+ max</a:t>
            </a:r>
          </a:p>
          <a:p>
            <a:r>
              <a:t>1.5 Mile Run: 15:50 min / 9:12 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Female Standards (&lt;25)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Push-Ups: 15 min / 47+ max</a:t>
            </a:r>
          </a:p>
          <a:p>
            <a:r>
              <a:t>Sit-Ups: 35 min / 54+ max</a:t>
            </a:r>
          </a:p>
          <a:p>
            <a:r>
              <a:t>1.5 Mile Run: 18:56 min / 10:23 max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Minimum composite score: 75 points</a:t>
            </a:r>
          </a:p>
          <a:p>
            <a:r>
              <a:t>• Must meet minimum event requirements</a:t>
            </a:r>
          </a:p>
          <a:p>
            <a:r>
              <a:t>• Passing is not the same as being competitive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Male: 55-67+ Push-Ups, 50-58+ Sit-Ups, &lt;10:30 Run</a:t>
            </a:r>
          </a:p>
          <a:p>
            <a:r>
              <a:t>Female: 35-47+ Push-Ups, 45-54+ Sit-Ups, &lt;12:00 Run</a:t>
            </a:r>
          </a:p>
          <a:p>
            <a:r>
              <a:t>Target: 90+ Overall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Incoming Cadet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Males: 60 Push-Ups, 55 Sit-Ups, 10:30 Run</a:t>
            </a:r>
          </a:p>
          <a:p>
            <a:r>
              <a:t>Females: 40 Push-Ups, 50 Sit-Ups, 12:00 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Train beyond minimum standards</a:t>
            </a:r>
          </a:p>
          <a:p>
            <a:r>
              <a:t>• Focus on consistency and endurance</a:t>
            </a:r>
          </a:p>
          <a:p>
            <a:r>
              <a:t>• Fitness directly impacts AFROTC success and commissioning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